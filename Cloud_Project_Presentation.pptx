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69719" y="2482532"/>
            <a:ext cx="6004560" cy="701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71293" y="3895979"/>
            <a:ext cx="5201412" cy="1004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28519" y="461010"/>
            <a:ext cx="4886960" cy="701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6575" y="1517649"/>
            <a:ext cx="6236970" cy="35356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30"/>
              </a:spcBef>
            </a:pPr>
            <a:r>
              <a:rPr dirty="0"/>
              <a:t>Cloud</a:t>
            </a:r>
            <a:r>
              <a:rPr dirty="0" spc="-165"/>
              <a:t> </a:t>
            </a:r>
            <a:r>
              <a:rPr dirty="0"/>
              <a:t>Deployment</a:t>
            </a:r>
            <a:r>
              <a:rPr dirty="0" spc="-130"/>
              <a:t> </a:t>
            </a:r>
            <a:r>
              <a:rPr dirty="0" spc="-10"/>
              <a:t>Project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31115" rIns="0" bIns="0" rtlCol="0" vert="horz">
            <a:spAutoFit/>
          </a:bodyPr>
          <a:lstStyle/>
          <a:p>
            <a:pPr marL="1919605" marR="5080" indent="-1902460">
              <a:lnSpc>
                <a:spcPts val="3829"/>
              </a:lnSpc>
              <a:spcBef>
                <a:spcPts val="245"/>
              </a:spcBef>
            </a:pPr>
            <a:r>
              <a:rPr dirty="0">
                <a:solidFill>
                  <a:srgbClr val="888888"/>
                </a:solidFill>
              </a:rPr>
              <a:t>Internship</a:t>
            </a:r>
            <a:r>
              <a:rPr dirty="0" spc="-85">
                <a:solidFill>
                  <a:srgbClr val="888888"/>
                </a:solidFill>
              </a:rPr>
              <a:t> </a:t>
            </a:r>
            <a:r>
              <a:rPr dirty="0">
                <a:solidFill>
                  <a:srgbClr val="888888"/>
                </a:solidFill>
              </a:rPr>
              <a:t>–</a:t>
            </a:r>
            <a:r>
              <a:rPr dirty="0" spc="-110">
                <a:solidFill>
                  <a:srgbClr val="888888"/>
                </a:solidFill>
              </a:rPr>
              <a:t> </a:t>
            </a:r>
            <a:r>
              <a:rPr dirty="0">
                <a:solidFill>
                  <a:srgbClr val="888888"/>
                </a:solidFill>
              </a:rPr>
              <a:t>Gourishetti</a:t>
            </a:r>
            <a:r>
              <a:rPr dirty="0" spc="-114">
                <a:solidFill>
                  <a:srgbClr val="888888"/>
                </a:solidFill>
              </a:rPr>
              <a:t> </a:t>
            </a:r>
            <a:r>
              <a:rPr dirty="0" spc="-10">
                <a:solidFill>
                  <a:srgbClr val="888888"/>
                </a:solidFill>
              </a:rPr>
              <a:t>Harsha Vardhini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244475">
              <a:lnSpc>
                <a:spcPct val="100000"/>
              </a:lnSpc>
              <a:spcBef>
                <a:spcPts val="130"/>
              </a:spcBef>
            </a:pPr>
            <a:r>
              <a:rPr dirty="0"/>
              <a:t>Problem</a:t>
            </a:r>
            <a:r>
              <a:rPr dirty="0" spc="-135"/>
              <a:t> </a:t>
            </a:r>
            <a:r>
              <a:rPr dirty="0" spc="-10"/>
              <a:t>Statement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36575" y="1606930"/>
            <a:ext cx="7732395" cy="1003935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355600" marR="5080" indent="-343535">
              <a:lnSpc>
                <a:spcPts val="3829"/>
              </a:lnSpc>
              <a:spcBef>
                <a:spcPts val="24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>
                <a:latin typeface="Calibri"/>
                <a:cs typeface="Calibri"/>
              </a:rPr>
              <a:t>Deploy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containerized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web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application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on </a:t>
            </a:r>
            <a:r>
              <a:rPr dirty="0" sz="3200" spc="-10">
                <a:latin typeface="Calibri"/>
                <a:cs typeface="Calibri"/>
              </a:rPr>
              <a:t>AWS</a:t>
            </a:r>
            <a:r>
              <a:rPr dirty="0" sz="3200" spc="-10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using</a:t>
            </a:r>
            <a:r>
              <a:rPr dirty="0" sz="3200" spc="-12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EC2,</a:t>
            </a:r>
            <a:r>
              <a:rPr dirty="0" sz="3200" spc="-30">
                <a:latin typeface="Calibri"/>
                <a:cs typeface="Calibri"/>
              </a:rPr>
              <a:t> </a:t>
            </a:r>
            <a:r>
              <a:rPr dirty="0" sz="3200" spc="-50">
                <a:latin typeface="Calibri"/>
                <a:cs typeface="Calibri"/>
              </a:rPr>
              <a:t>Docker,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S3,</a:t>
            </a:r>
            <a:r>
              <a:rPr dirty="0" sz="3200" spc="-3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and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CloudWatch.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30"/>
              </a:spcBef>
            </a:pPr>
            <a:r>
              <a:rPr dirty="0" spc="-10"/>
              <a:t>Architecture</a:t>
            </a:r>
            <a:r>
              <a:rPr dirty="0" spc="-185"/>
              <a:t> </a:t>
            </a:r>
            <a:r>
              <a:rPr dirty="0" spc="-10"/>
              <a:t>Diagram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190625"/>
            <a:ext cx="73152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292100">
              <a:lnSpc>
                <a:spcPct val="100000"/>
              </a:lnSpc>
              <a:spcBef>
                <a:spcPts val="130"/>
              </a:spcBef>
            </a:pPr>
            <a:r>
              <a:rPr dirty="0"/>
              <a:t>AWS</a:t>
            </a:r>
            <a:r>
              <a:rPr dirty="0" spc="-165"/>
              <a:t> </a:t>
            </a:r>
            <a:r>
              <a:rPr dirty="0"/>
              <a:t>Services</a:t>
            </a:r>
            <a:r>
              <a:rPr dirty="0" spc="-160"/>
              <a:t> </a:t>
            </a:r>
            <a:r>
              <a:rPr dirty="0" spc="-20"/>
              <a:t>Used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36575" y="1517649"/>
            <a:ext cx="4895215" cy="3535679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830"/>
              </a:spcBef>
              <a:buFont typeface="Arial MT"/>
              <a:buChar char="•"/>
              <a:tabLst>
                <a:tab pos="469900" algn="l"/>
              </a:tabLst>
            </a:pPr>
            <a:r>
              <a:rPr dirty="0" sz="3200">
                <a:latin typeface="Calibri"/>
                <a:cs typeface="Calibri"/>
              </a:rPr>
              <a:t>EC2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(Compute</a:t>
            </a:r>
            <a:r>
              <a:rPr dirty="0" sz="3200" spc="-10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Instance)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4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 spc="-10">
                <a:latin typeface="Calibri"/>
                <a:cs typeface="Calibri"/>
              </a:rPr>
              <a:t>Docker</a:t>
            </a:r>
            <a:r>
              <a:rPr dirty="0" sz="3200" spc="-15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(Containerized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App)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819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>
                <a:latin typeface="Calibri"/>
                <a:cs typeface="Calibri"/>
              </a:rPr>
              <a:t>S3</a:t>
            </a:r>
            <a:r>
              <a:rPr dirty="0" sz="3200" spc="-3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(Storage)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4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 spc="-20">
                <a:latin typeface="Calibri"/>
                <a:cs typeface="Calibri"/>
              </a:rPr>
              <a:t>CloudWatch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(Monitoring)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81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>
                <a:latin typeface="Calibri"/>
                <a:cs typeface="Calibri"/>
              </a:rPr>
              <a:t>IAM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Roles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4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>
                <a:latin typeface="Calibri"/>
                <a:cs typeface="Calibri"/>
              </a:rPr>
              <a:t>Security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Groups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560705">
              <a:lnSpc>
                <a:spcPct val="100000"/>
              </a:lnSpc>
              <a:spcBef>
                <a:spcPts val="130"/>
              </a:spcBef>
            </a:pPr>
            <a:r>
              <a:rPr dirty="0"/>
              <a:t>Steps</a:t>
            </a:r>
            <a:r>
              <a:rPr dirty="0" spc="-120"/>
              <a:t> </a:t>
            </a:r>
            <a:r>
              <a:rPr dirty="0" spc="-10"/>
              <a:t>Performed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0541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3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1.</a:t>
            </a:r>
            <a:r>
              <a:rPr dirty="0" spc="-110"/>
              <a:t> </a:t>
            </a:r>
            <a:r>
              <a:rPr dirty="0"/>
              <a:t>Created</a:t>
            </a:r>
            <a:r>
              <a:rPr dirty="0" spc="-90"/>
              <a:t> </a:t>
            </a:r>
            <a:r>
              <a:rPr dirty="0"/>
              <a:t>EC2</a:t>
            </a:r>
            <a:r>
              <a:rPr dirty="0" spc="-95"/>
              <a:t> </a:t>
            </a:r>
            <a:r>
              <a:rPr dirty="0" spc="-10"/>
              <a:t>instance.</a:t>
            </a:r>
          </a:p>
          <a:p>
            <a:pPr marL="355600" indent="-342900">
              <a:lnSpc>
                <a:spcPct val="100000"/>
              </a:lnSpc>
              <a:spcBef>
                <a:spcPts val="74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2.</a:t>
            </a:r>
            <a:r>
              <a:rPr dirty="0" spc="-95"/>
              <a:t> </a:t>
            </a:r>
            <a:r>
              <a:rPr dirty="0"/>
              <a:t>Installed</a:t>
            </a:r>
            <a:r>
              <a:rPr dirty="0" spc="-70"/>
              <a:t> </a:t>
            </a:r>
            <a:r>
              <a:rPr dirty="0" spc="-10"/>
              <a:t>Docker</a:t>
            </a:r>
            <a:r>
              <a:rPr dirty="0" spc="-100"/>
              <a:t> </a:t>
            </a:r>
            <a:r>
              <a:rPr dirty="0"/>
              <a:t>&amp;</a:t>
            </a:r>
            <a:r>
              <a:rPr dirty="0" spc="-50"/>
              <a:t> </a:t>
            </a:r>
            <a:r>
              <a:rPr dirty="0"/>
              <a:t>ran</a:t>
            </a:r>
            <a:r>
              <a:rPr dirty="0" spc="-75"/>
              <a:t> </a:t>
            </a:r>
            <a:r>
              <a:rPr dirty="0" spc="-10"/>
              <a:t>container.</a:t>
            </a:r>
          </a:p>
          <a:p>
            <a:pPr marL="355600" indent="-342900">
              <a:lnSpc>
                <a:spcPct val="100000"/>
              </a:lnSpc>
              <a:spcBef>
                <a:spcPts val="819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3.</a:t>
            </a:r>
            <a:r>
              <a:rPr dirty="0" spc="-80"/>
              <a:t> </a:t>
            </a:r>
            <a:r>
              <a:rPr dirty="0"/>
              <a:t>Connected</a:t>
            </a:r>
            <a:r>
              <a:rPr dirty="0" spc="-55"/>
              <a:t> </a:t>
            </a:r>
            <a:r>
              <a:rPr dirty="0"/>
              <a:t>app</a:t>
            </a:r>
            <a:r>
              <a:rPr dirty="0" spc="-60"/>
              <a:t> </a:t>
            </a:r>
            <a:r>
              <a:rPr dirty="0"/>
              <a:t>to</a:t>
            </a:r>
            <a:r>
              <a:rPr dirty="0" spc="-60"/>
              <a:t> </a:t>
            </a:r>
            <a:r>
              <a:rPr dirty="0" spc="-25"/>
              <a:t>S3.</a:t>
            </a:r>
          </a:p>
          <a:p>
            <a:pPr marL="355600" indent="-342900">
              <a:lnSpc>
                <a:spcPct val="100000"/>
              </a:lnSpc>
              <a:spcBef>
                <a:spcPts val="74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4.</a:t>
            </a:r>
            <a:r>
              <a:rPr dirty="0" spc="-90"/>
              <a:t> </a:t>
            </a:r>
            <a:r>
              <a:rPr dirty="0"/>
              <a:t>Configured</a:t>
            </a:r>
            <a:r>
              <a:rPr dirty="0" spc="-70"/>
              <a:t> </a:t>
            </a:r>
            <a:r>
              <a:rPr dirty="0"/>
              <a:t>IAM</a:t>
            </a:r>
            <a:r>
              <a:rPr dirty="0" spc="-10"/>
              <a:t> role.</a:t>
            </a:r>
          </a:p>
          <a:p>
            <a:pPr marL="355600" indent="-342900">
              <a:lnSpc>
                <a:spcPct val="100000"/>
              </a:lnSpc>
              <a:spcBef>
                <a:spcPts val="81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5.</a:t>
            </a:r>
            <a:r>
              <a:rPr dirty="0" spc="-75"/>
              <a:t> </a:t>
            </a:r>
            <a:r>
              <a:rPr dirty="0"/>
              <a:t>Enabled</a:t>
            </a:r>
            <a:r>
              <a:rPr dirty="0" spc="-55"/>
              <a:t> </a:t>
            </a:r>
            <a:r>
              <a:rPr dirty="0" spc="-25"/>
              <a:t>CloudWatch</a:t>
            </a:r>
            <a:r>
              <a:rPr dirty="0" spc="-55"/>
              <a:t> </a:t>
            </a:r>
            <a:r>
              <a:rPr dirty="0" spc="-10"/>
              <a:t>monitoring.</a:t>
            </a:r>
          </a:p>
          <a:p>
            <a:pPr marL="355600" indent="-342900">
              <a:lnSpc>
                <a:spcPct val="100000"/>
              </a:lnSpc>
              <a:spcBef>
                <a:spcPts val="74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6.</a:t>
            </a:r>
            <a:r>
              <a:rPr dirty="0" spc="-105"/>
              <a:t> </a:t>
            </a:r>
            <a:r>
              <a:rPr dirty="0"/>
              <a:t>Deployed</a:t>
            </a:r>
            <a:r>
              <a:rPr dirty="0" spc="-85"/>
              <a:t> </a:t>
            </a:r>
            <a:r>
              <a:rPr dirty="0"/>
              <a:t>and</a:t>
            </a:r>
            <a:r>
              <a:rPr dirty="0" spc="-20"/>
              <a:t> </a:t>
            </a:r>
            <a:r>
              <a:rPr dirty="0" spc="-10"/>
              <a:t>tested</a:t>
            </a:r>
            <a:r>
              <a:rPr dirty="0" spc="-85"/>
              <a:t> </a:t>
            </a:r>
            <a:r>
              <a:rPr dirty="0" spc="-10"/>
              <a:t>application.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633855">
              <a:lnSpc>
                <a:spcPct val="100000"/>
              </a:lnSpc>
              <a:spcBef>
                <a:spcPts val="130"/>
              </a:spcBef>
            </a:pPr>
            <a:r>
              <a:rPr dirty="0" spc="-10"/>
              <a:t>Output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36575" y="1606930"/>
            <a:ext cx="6614159" cy="1003935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355600" marR="5080" indent="-343535">
              <a:lnSpc>
                <a:spcPts val="3829"/>
              </a:lnSpc>
              <a:spcBef>
                <a:spcPts val="24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>
                <a:latin typeface="Calibri"/>
                <a:cs typeface="Calibri"/>
              </a:rPr>
              <a:t>Application</a:t>
            </a:r>
            <a:r>
              <a:rPr dirty="0" sz="3200" spc="-14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deployed</a:t>
            </a:r>
            <a:r>
              <a:rPr dirty="0" sz="3200" spc="-14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successfully</a:t>
            </a:r>
            <a:r>
              <a:rPr dirty="0" sz="3200" spc="-13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and </a:t>
            </a:r>
            <a:r>
              <a:rPr dirty="0" sz="3200">
                <a:latin typeface="Calibri"/>
                <a:cs typeface="Calibri"/>
              </a:rPr>
              <a:t>accessible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via</a:t>
            </a:r>
            <a:r>
              <a:rPr dirty="0" sz="3200" spc="-4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EC2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Public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IP.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6275" y="2828925"/>
            <a:ext cx="8001000" cy="6397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05230">
              <a:lnSpc>
                <a:spcPct val="100000"/>
              </a:lnSpc>
              <a:spcBef>
                <a:spcPts val="130"/>
              </a:spcBef>
            </a:pPr>
            <a:r>
              <a:rPr dirty="0" spc="-10"/>
              <a:t>Conclusion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36575" y="1606930"/>
            <a:ext cx="7666990" cy="1003935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355600" marR="5080" indent="-343535">
              <a:lnSpc>
                <a:spcPts val="3829"/>
              </a:lnSpc>
              <a:spcBef>
                <a:spcPts val="24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>
                <a:latin typeface="Calibri"/>
                <a:cs typeface="Calibri"/>
              </a:rPr>
              <a:t>Successfully</a:t>
            </a:r>
            <a:r>
              <a:rPr dirty="0" sz="3200" spc="-10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deployed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Dockerized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web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app </a:t>
            </a:r>
            <a:r>
              <a:rPr dirty="0" sz="3200">
                <a:latin typeface="Calibri"/>
                <a:cs typeface="Calibri"/>
              </a:rPr>
              <a:t>on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AWS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using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EC2,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S3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and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CloudWatch.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6300" y="1276350"/>
            <a:ext cx="7858125" cy="474345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954087" y="286067"/>
            <a:ext cx="170370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Calibri"/>
                <a:cs typeface="Calibri"/>
              </a:rPr>
              <a:t>EC2 :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Instance</a:t>
            </a:r>
            <a:r>
              <a:rPr dirty="0" sz="1800" spc="-65" b="1">
                <a:latin typeface="Calibri"/>
                <a:cs typeface="Calibri"/>
              </a:rPr>
              <a:t> </a:t>
            </a:r>
            <a:r>
              <a:rPr dirty="0" sz="1800" spc="-20" b="1">
                <a:latin typeface="Calibri"/>
                <a:cs typeface="Calibri"/>
              </a:rPr>
              <a:t>List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872995" y="4867590"/>
            <a:ext cx="2319655" cy="764540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dirty="0" sz="2000" b="1">
                <a:latin typeface="Calibri"/>
                <a:cs typeface="Calibri"/>
              </a:rPr>
              <a:t>EC2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–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Instance</a:t>
            </a:r>
            <a:r>
              <a:rPr dirty="0" sz="2000" spc="-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Details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dirty="0" sz="1400">
                <a:latin typeface="Calibri"/>
                <a:cs typeface="Calibri"/>
              </a:rPr>
              <a:t>Screenshot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 spc="-50"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0575" y="495300"/>
            <a:ext cx="7629525" cy="43148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525" y="1343025"/>
            <a:ext cx="7820025" cy="459105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764857" y="262572"/>
            <a:ext cx="272415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Calibri"/>
                <a:cs typeface="Calibri"/>
              </a:rPr>
              <a:t>Docker-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Build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–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Screenshot</a:t>
            </a:r>
            <a:r>
              <a:rPr dirty="0" sz="1800" spc="-75" b="1">
                <a:latin typeface="Calibri"/>
                <a:cs typeface="Calibri"/>
              </a:rPr>
              <a:t> </a:t>
            </a:r>
            <a:r>
              <a:rPr dirty="0" sz="1800" spc="-50" b="1"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2950" y="609600"/>
            <a:ext cx="7810500" cy="434340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872995" y="4867590"/>
            <a:ext cx="1208405" cy="764540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dirty="0" sz="2000" b="1">
                <a:latin typeface="Calibri"/>
                <a:cs typeface="Calibri"/>
              </a:rPr>
              <a:t>Docker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-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PS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dirty="0" sz="1400">
                <a:latin typeface="Calibri"/>
                <a:cs typeface="Calibri"/>
              </a:rPr>
              <a:t>Screenshot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 spc="-50">
                <a:latin typeface="Calibri"/>
                <a:cs typeface="Calibri"/>
              </a:rPr>
              <a:t>4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4850" y="1428750"/>
            <a:ext cx="7943850" cy="4600575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693737" y="309816"/>
            <a:ext cx="234950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Calibri"/>
                <a:cs typeface="Calibri"/>
              </a:rPr>
              <a:t>S3-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Bucket-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Screenshot</a:t>
            </a:r>
            <a:r>
              <a:rPr dirty="0" sz="1800" spc="-75" b="1">
                <a:latin typeface="Calibri"/>
                <a:cs typeface="Calibri"/>
              </a:rPr>
              <a:t> </a:t>
            </a:r>
            <a:r>
              <a:rPr dirty="0" sz="1800" spc="-50" b="1">
                <a:latin typeface="Calibri"/>
                <a:cs typeface="Calibri"/>
              </a:rPr>
              <a:t>5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0100" y="1628775"/>
            <a:ext cx="7791450" cy="4238625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794384" y="451802"/>
            <a:ext cx="3700779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Calibri"/>
                <a:cs typeface="Calibri"/>
              </a:rPr>
              <a:t>Cloud</a:t>
            </a:r>
            <a:r>
              <a:rPr dirty="0" sz="1800" spc="-20" b="1">
                <a:latin typeface="Calibri"/>
                <a:cs typeface="Calibri"/>
              </a:rPr>
              <a:t> Watch-</a:t>
            </a:r>
            <a:r>
              <a:rPr dirty="0" sz="1800" spc="-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Dashboard-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screenshot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spc="-50" b="1">
                <a:latin typeface="Calibri"/>
                <a:cs typeface="Calibri"/>
              </a:rPr>
              <a:t>6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2025-11-21T11:44:08Z</dcterms:created>
  <dcterms:modified xsi:type="dcterms:W3CDTF">2025-11-21T11:44:08Z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2025-11-21T00:00:00Z</vt:filetime>
  </property>
  <property fmtid="{D5CDD505-2E9C-101B-9397-08002B2CF9AE}" pid="3" name="LastSaved">
    <vt:filetime>2025-11-21T00:00:00Z</vt:filetime>
  </property>
</Properties>
</file>